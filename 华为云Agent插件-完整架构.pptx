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huaweicloud-mate  华为云 Agent 插件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· MCP · KooCLI · API Explorer · SDK · Terraform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486400" y="54864"/>
            <a:ext cx="1170432" cy="51206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541264" y="731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 Agent 操作华为云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541264" y="3200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5工具·15K能力·210产品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6720840" y="54864"/>
            <a:ext cx="1170432" cy="51206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775704" y="731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降低产品部接入成本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775704" y="3200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APIE→MCP自动生成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7955280" y="54864"/>
            <a:ext cx="1170432" cy="512064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010144" y="731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统一多 Agent 体验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010144" y="3200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5EEAD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4类Agent一套适配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274320" y="694944"/>
            <a:ext cx="8595360" cy="2560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949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层    OpenCode  ·  Claude Code  ·  Codex  ·  华为云码道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005840"/>
            <a:ext cx="8595360" cy="58521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005840"/>
            <a:ext cx="859536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02412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核心 — 5 工具: search · describe · status · plan · execute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2801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能力目录 15,475/210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21408" y="12801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策略引擎 5级风险+token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785616" y="12801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 ~/.hcloud/ini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449824" y="12801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 JSONL全链路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114032" y="128016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KooCLI安装 自动+SHA256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931920" y="16642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六大组件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1828800"/>
            <a:ext cx="135331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1828800"/>
            <a:ext cx="1353312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" y="18836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504" y="188366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1892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指导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29184" y="212140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Agent操作指南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安全策略注入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9184" y="256032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skills/*.md → Agent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719072" y="1828800"/>
            <a:ext cx="135331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719072" y="1828800"/>
            <a:ext cx="1353312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1773936" y="18836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48256" y="188366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33472" y="1892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773936" y="212140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产品原子操作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APIE自动生成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773936" y="256032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2809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Router→ecs/obs/nat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163824" y="1828800"/>
            <a:ext cx="135331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163824" y="1828800"/>
            <a:ext cx="1353312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3218688" y="18836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💻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93008" y="188366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KooCLI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892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218688" y="212140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CLI快速执行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210产品全覆盖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18688" y="256032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Router→spawn hcloud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08576" y="1828800"/>
            <a:ext cx="135331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608576" y="1828800"/>
            <a:ext cx="135331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18836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88366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22976" y="1892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663440" y="212140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接口定义源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驱动Catalog构建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663440" y="256032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APIE→Spec→Catalog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053328" y="1828800"/>
            <a:ext cx="135331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6053328" y="1828800"/>
            <a:ext cx="1353312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5" name="Text 53"/>
          <p:cNvSpPr/>
          <p:nvPr/>
        </p:nvSpPr>
        <p:spPr>
          <a:xfrm>
            <a:off x="6108192" y="18836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82512" y="188366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46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SDK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67728" y="1892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编程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108192" y="212140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进程内import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复杂编排+流式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108192" y="256032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F46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Router→SDK Client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498080" y="1828800"/>
            <a:ext cx="1353312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7498080" y="1828800"/>
            <a:ext cx="1353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2" name="Text 60"/>
          <p:cNvSpPr/>
          <p:nvPr/>
        </p:nvSpPr>
        <p:spPr>
          <a:xfrm>
            <a:off x="7552944" y="18836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🏗️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827264" y="1883664"/>
            <a:ext cx="594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TF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412480" y="189280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552944" y="2121408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基础设施即代码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plan→审查→apply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7552944" y="256032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Router→plan→apply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74320" y="2971800"/>
            <a:ext cx="8595360" cy="2377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297180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华为云    ECS · OBS · VPC · IAM · RDS · ELB · NAT · CCE · DNS · CES  等 210 产品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74320" y="3291840"/>
            <a:ext cx="8595360" cy="38404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0" name="Text 68"/>
          <p:cNvSpPr/>
          <p:nvPr/>
        </p:nvSpPr>
        <p:spPr>
          <a:xfrm>
            <a:off x="411480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固定5工具面 · Agent友好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514600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六大组件 · 统一集成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617720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双路回退 · 自动降级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720840" y="3310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15,475能力 · 全量覆盖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41148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一键安装 · KooCLI自举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51460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纵深防御 · AK/SK脱敏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61772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产品部可自主接入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720840" y="34930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● 4类Agent · 一套适配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0" y="3785616"/>
            <a:ext cx="91440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378561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15,475 能力  |  210 产品  |  KooCLI v7.2.12  |  E2E 5/5 通过  |  OpenCode 已验证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huaweicloud-mate</dc:title>
  <dc:subject>PptxGenJS Presentation</dc:subject>
  <dc:creator>PptxGenJS</dc:creator>
  <cp:lastModifiedBy>PptxGenJS</cp:lastModifiedBy>
  <cp:revision>1</cp:revision>
  <dcterms:created xsi:type="dcterms:W3CDTF">2026-07-16T05:53:59Z</dcterms:created>
  <dcterms:modified xsi:type="dcterms:W3CDTF">2026-07-16T05:53:59Z</dcterms:modified>
</cp:coreProperties>
</file>