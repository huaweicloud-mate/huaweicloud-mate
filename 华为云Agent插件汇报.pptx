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huaweicloud-mate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华为云 Agent 插件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+ MCP + KooCLI + SDK + APIE + Terraform 六组件统一集成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41148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一期 v1.2  |  10/12 项完成  |  OpenCode 已验证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插件架构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1554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指导型组件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告诉 Agent 何时用哪个执行器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安全约束 + 错误处理策略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注入 Agent context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188720"/>
            <a:ext cx="2560320" cy="1554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88720"/>
            <a:ext cx="256032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工具型组件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产品原子操作工具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APIE OpenAPI → 自动生成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executor 注册 + 健康检查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1554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KooCLI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1691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命令型组件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19659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快速执行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服务全覆盖回退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自动安装 + SHA256 校验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2560320" cy="1554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0175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Explorer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发现型组件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接口定义单一真相源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 MCP 自动生成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Catalog 数据源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3017520"/>
            <a:ext cx="2560320" cy="1554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017520"/>
            <a:ext cx="2560320" cy="54864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6" name="Text 24"/>
          <p:cNvSpPr/>
          <p:nvPr/>
        </p:nvSpPr>
        <p:spPr>
          <a:xfrm>
            <a:off x="35204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2044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编程型组件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进程内程序化调用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复杂编排 + 流式处理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二期实现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560320" cy="15544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017520"/>
            <a:ext cx="2560320" cy="54864"/>
          </a:xfrm>
          <a:prstGeom prst="rect">
            <a:avLst/>
          </a:prstGeom>
          <a:solidFill>
            <a:srgbClr val="99F6E4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F6E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Terraform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508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声明型组件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基础设施即代码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多资源编排 + 幂等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二期实现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754880"/>
            <a:ext cx="80467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一期已实现: MCP ✅  KooCLI ✅  APIE ✅  Skill ✅  |  SDK / Terraform 二期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插件目标与进展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84048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友好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 5 工具面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语义搜索 15,475 能力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MCP/KooCLI 双路径自动回退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84048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一键安装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7889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huaweicloud-mate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自动检测 Agent 类型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KooCLI 启动时自动下载安装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840480" cy="9601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产品部可接入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APIE OpenAPI → MCP 自动生成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各产品部独立开发 MCP Server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 Catalog 注册发现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4114800" cy="31089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一期实现进度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91640"/>
          <a:ext cx="370332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91440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Router 5 工具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KooCLI 自动安装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Catalog 15,475 能力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MCP + KooCLI 双执行器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MCP 健康检查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~/.hcloud/credentials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JSONL 审计日志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Mock MCP Server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OpenCode E2E 验证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A896"/>
                          </a:solidFill>
                        </a:rPr>
                        <a:t>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MetaMCP 集成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⏳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SDK 路径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❌ 二期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15,475 能力  |  210 产品  |  KooCLI v7.2.12  |  E2E 5/5 通过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华为云 Agent 插件 huaweicloud-mate</dc:title>
  <dc:subject>PptxGenJS Presentation</dc:subject>
  <dc:creator>张冉冉</dc:creator>
  <cp:lastModifiedBy>张冉冉</cp:lastModifiedBy>
  <cp:revision>1</cp:revision>
  <dcterms:created xsi:type="dcterms:W3CDTF">2026-07-16T03:50:29Z</dcterms:created>
  <dcterms:modified xsi:type="dcterms:W3CDTF">2026-07-16T03:50:29Z</dcterms:modified>
</cp:coreProperties>
</file>