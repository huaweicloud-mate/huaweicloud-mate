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5EEAD4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huaweicloud-mate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华为云 Agent 插件 — 完整架构框架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· MCP · KooCLI · APIE · SDK · Terraform  六大组件统一集成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 v1.2 已发布  |  10/12 完成  |  OpenCode 验证通过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插件完整架构框架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868680"/>
            <a:ext cx="548640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层  —  OpenCode  ·  Claude Code  ·  Codex  ·  华为云码道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▼  MCP stdio JSON-RPC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2344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huaweicloud-mate Router (核心调度层)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1417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cloud_capability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85800" y="24688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搜索能力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94560" y="1874520"/>
            <a:ext cx="1417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cloud_capability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describe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40280" y="24688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获取详情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749040" y="1874520"/>
            <a:ext cx="1417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cloud_targets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status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794760" y="24688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303520" y="1874520"/>
            <a:ext cx="1417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cloud_action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49240" y="24688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风险审批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58000" y="1874520"/>
            <a:ext cx="14173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0574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cloud_action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903720" y="246888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分发执行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" y="2670048"/>
            <a:ext cx="1417320" cy="4572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2688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Catalog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17320" y="268833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15,475 能力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中文分词搜索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2194560" y="2670048"/>
            <a:ext cx="1417320" cy="457200"/>
          </a:xfrm>
          <a:prstGeom prst="rect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240280" y="2688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Policy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71800" y="268833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风险分级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plan_token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749040" y="2670048"/>
            <a:ext cx="1417320" cy="457200"/>
          </a:xfrm>
          <a:prstGeom prst="rect">
            <a:avLst/>
          </a:prstGeom>
          <a:solidFill>
            <a:srgbClr val="5EEAD4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794760" y="2688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26280" y="268833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~/.hcloud/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credentials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5303520" y="2670048"/>
            <a:ext cx="1417320" cy="457200"/>
          </a:xfrm>
          <a:prstGeom prst="rect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2688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F46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Audit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80760" y="268833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JSONL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审计日志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858000" y="2670048"/>
            <a:ext cx="1417320" cy="4572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26883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Installer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35240" y="268833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自动下载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SHA256校验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347472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▼  执行器矩阵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3375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3337560"/>
            <a:ext cx="1554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" y="34015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 🟢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0352" y="36118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ecs-mock/obs/nat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MetaMCP 管理(二期)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148840" y="33375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148840" y="3337560"/>
            <a:ext cx="15544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2" name="Text 50"/>
          <p:cNvSpPr/>
          <p:nvPr/>
        </p:nvSpPr>
        <p:spPr>
          <a:xfrm>
            <a:off x="2221992" y="34015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 🟢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21992" y="36118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210 产品全覆盖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v7.2.12 子进程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840480" y="33375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840480" y="3337560"/>
            <a:ext cx="1554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3913632" y="34015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 🟡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913632" y="36118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OpenAPI 数据源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Catalog 自动构建(二期)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532120" y="33375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532120" y="3337560"/>
            <a:ext cx="15544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0" name="Text 58"/>
          <p:cNvSpPr/>
          <p:nvPr/>
        </p:nvSpPr>
        <p:spPr>
          <a:xfrm>
            <a:off x="5605272" y="34015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SDK ⚪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05272" y="36118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进程内调用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二期实现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223760" y="33375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23760" y="3337560"/>
            <a:ext cx="155448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4" name="Text 62"/>
          <p:cNvSpPr/>
          <p:nvPr/>
        </p:nvSpPr>
        <p:spPr>
          <a:xfrm>
            <a:off x="7296912" y="340156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Terraform ⚪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296912" y="361188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资源编排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二期实现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389120" y="4023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8" name="Text 66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☁️  华为云  —  ECS · OBS · VPC · IAM · RDS · ELB · NAT · DNS · ... 210 产品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🟢 一期已完成    🟡 二期进行中    ⚪ 二期规划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插件核心特点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友好 — 固定 5 工具面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只看到 5 个元工具，不暴露成百上千的产品 Tool。通过语义搜索按需展开能力，避免上下文膨胀。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六大组件统一集成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234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Skill(指导) + MCP(工具) + KooCLI(命令) + APIE(发现) + SDK(编程) + Terraform(声明) — 一个插件覆盖所有华为云操作方式。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1847088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847088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92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双执行器自动回退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1671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默认走 MCP(语义丰富)，MCP 不可用时自动切换 KooCLI(200+ 服务全覆盖)。读操作自动降级，副作用操作锁定执行器。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1847088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847088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8928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全量能力覆盖 — 15,475 操作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16712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Catalog 包含 210 产品的 15,475 个操作，每个操作标注风险级别(read/cost/destructive)。Agent 秒级搜索匹配。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2779776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79776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28254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一键安装 + KooCLI 自举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099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npm install 后，首次启动自动下载 KooCLI(SHA256校验)，用户无需手动安装任何依赖。插件启动即用。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4880" y="2779776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779776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8254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28254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安全纵深防御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0998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AK/SK 仅存 ~/.hcloud/credentials(0600权限)；KooCLI 子进程环境变量注入，ps aux 不可见；输出实时脱敏；JSONL 全链路审计。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712464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712464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758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产品部可自主接入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0325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产品部基于 APIE OpenAPI → FastMCP 自动生成 MCP Server → 注册到 Catalog。插件团队只做集成，不做内容。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3712464"/>
            <a:ext cx="4023360" cy="822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712464"/>
            <a:ext cx="54864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75818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94960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 适配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403250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/ Claude Code / Codex / 华为云码道 — 一套 Router，4 套薄适配器。Agent 侧只需一行 MCP 配置。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 vs 二期规划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 v1.2  ✅ 已完成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Router 5 工具 (MCP stdio)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09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Catalog 15,475 能力 / 210 产品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KooCLI 自动安装 v7.2.12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MCP + KooCLI 双执行器路由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3225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MCP 健康检查 (3 servers)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~/.hcloud/credentials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798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JSONL 审计日志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035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Mock MCP Server (ECS)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真实 MCP 接入 (OBS/NAT)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511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OpenCode E2E 5/5 通过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APIE → KooCLI 全量扫描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914400"/>
            <a:ext cx="38404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1440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 v2.0  ⏳ 规划中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3716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⏳  MetaMCP 管理多 MCP Server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0" y="1609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⏳  APIE 在线拉取 OpenAPI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0" y="1847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⏳  Catalog 自动构建 (参数完整)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0" y="2084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SDK 进程内执行器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23225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Terraform plan→apply 工作流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0" y="2560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KooCLI 在线更新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0" y="2798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Skill 注入 Agent prompt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0" y="3035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TF State 管理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0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OS Keychain 凭证 (二期)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35112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多 Agent 共享 Router 进程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0" y="3749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npm publish 公开发布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15,475 能力  |  210 产品  |  1,847 行代码  |  KooCLI v7.2.12  |  E2E 5/5 通过  |  OpenCode 已验证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华为云 Agent 插件 huaweicloud-mate</dc:title>
  <dc:subject>PptxGenJS Presentation</dc:subject>
  <dc:creator>张冉冉</dc:creator>
  <cp:lastModifiedBy>张冉冉</cp:lastModifiedBy>
  <cp:revision>1</cp:revision>
  <dcterms:created xsi:type="dcterms:W3CDTF">2026-07-16T05:28:41Z</dcterms:created>
  <dcterms:modified xsi:type="dcterms:W3CDTF">2026-07-16T05:28:41Z</dcterms:modified>
</cp:coreProperties>
</file>