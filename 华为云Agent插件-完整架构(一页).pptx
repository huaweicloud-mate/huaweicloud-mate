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huaweicloud-mate  华为云 Agent 插件 — 完整架构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层  OpenCode / Claude Code / Codex / 华为云码道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1005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▼  MCP stdio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1115568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859536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核心调度层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search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搜索能力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48840" y="150876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describe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194560" y="1700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获取详情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40480" y="150876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status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86200" y="1700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健康检查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532120" y="150876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④ plan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577840" y="1700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风险审批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23760" y="150876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⑤ execute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269480" y="1700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分发执行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1956816"/>
            <a:ext cx="1554480" cy="292608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96596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Catalog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300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15,475能力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210产品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148840" y="1956816"/>
            <a:ext cx="1554480" cy="292608"/>
          </a:xfrm>
          <a:prstGeom prst="rect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196596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83464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5级风险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token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3840480" y="1956816"/>
            <a:ext cx="1554480" cy="292608"/>
          </a:xfrm>
          <a:prstGeom prst="rect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886200" y="196596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2628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~/.hcloud/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credentials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5532120" y="1956816"/>
            <a:ext cx="1554480" cy="292608"/>
          </a:xfrm>
          <a:prstGeom prst="rect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196596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1792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JSONL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全链路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7223760" y="1956816"/>
            <a:ext cx="1554480" cy="292608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269480" y="196596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Installer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0956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KooCLI自动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SHA256校验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657600" y="2331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▼  六大组件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2542032"/>
            <a:ext cx="1353312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83870000" dist="161290000" dir="486000000000">
              <a:srgbClr val="000000">
                <a:alpha val="6000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542032"/>
            <a:ext cx="1353312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1792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88720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 ✅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47472" y="2834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47472" y="29992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Agent操作指南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安全约束+策略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Markdown注入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719072" y="2542032"/>
            <a:ext cx="1353312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145149000000" dist="2048383000000" dir="29160000000000000">
              <a:srgbClr val="000000">
                <a:alpha val="600000000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719072" y="2542032"/>
            <a:ext cx="13533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0" name="Text 48"/>
          <p:cNvSpPr/>
          <p:nvPr/>
        </p:nvSpPr>
        <p:spPr>
          <a:xfrm>
            <a:off x="1764792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066544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33472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 ✅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792224" y="2834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792224" y="29992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产品原子操作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APIE→自动生成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MetaMCP管理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163824" y="2542032"/>
            <a:ext cx="1353312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8043392300000000" dist="26014464100000000" dir="1.7496e+21">
              <a:srgbClr val="000000">
                <a:alpha val="60000000000000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163824" y="2542032"/>
            <a:ext cx="1353312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7" name="Text 55"/>
          <p:cNvSpPr/>
          <p:nvPr/>
        </p:nvSpPr>
        <p:spPr>
          <a:xfrm>
            <a:off x="3209544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511296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078224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 ✅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236976" y="2834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命令型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36976" y="29992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CLI快速执行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210产品全覆盖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自动安装+锁定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608576" y="2542032"/>
            <a:ext cx="1353312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91151082210000000000" dist="330383694070000000000" dir="1.04976e+26">
              <a:srgbClr val="000000">
                <a:alpha val="6e+23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08576" y="2542032"/>
            <a:ext cx="135331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654296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956048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522976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 ✅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4681728" y="2834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发现型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681728" y="29992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接口定义源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OpenAPI Spec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驱动Catalog构建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053328" y="2542032"/>
            <a:ext cx="1353312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587618744067e+25" dist="4.195872914689e+24" dir="6.29856e+30">
              <a:srgbClr val="000000">
                <a:alpha val="6e+28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053328" y="2542032"/>
            <a:ext cx="1353312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1" name="Text 69"/>
          <p:cNvSpPr/>
          <p:nvPr/>
        </p:nvSpPr>
        <p:spPr>
          <a:xfrm>
            <a:off x="6099048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400800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SDK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967728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v2 ⏳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126480" y="2834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编程型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126480" y="29992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进程内调用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复杂编排+流式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二期实现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498080" y="2542032"/>
            <a:ext cx="1353312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98627580496509e+29" dist="5.3287586016550295e+28" dir="3.779136e+35">
              <a:srgbClr val="000000">
                <a:alpha val="6e+33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498080" y="2542032"/>
            <a:ext cx="1353312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8" name="Text 76"/>
          <p:cNvSpPr/>
          <p:nvPr/>
        </p:nvSpPr>
        <p:spPr>
          <a:xfrm>
            <a:off x="754380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7845552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412480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v2 ⏳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7571232" y="2834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声明型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7571232" y="29992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资源编排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plan→apply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二期实现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3657600" y="3675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▼  执行路径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74320" y="3858768"/>
            <a:ext cx="4160520" cy="4572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2.0302570272305663e+33" dist="6.767523424101888e+32" dir="2.2674816e+40">
              <a:srgbClr val="000000">
                <a:alpha val="5.9999999999999995e+38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74320" y="3858768"/>
            <a:ext cx="457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6" name="Text 84"/>
          <p:cNvSpPr/>
          <p:nvPr/>
        </p:nvSpPr>
        <p:spPr>
          <a:xfrm>
            <a:off x="82296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路径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22960" y="4069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Agent→Router→MetaMCP→ecs-mock/obs/nat→华为云API | 语义丰富+产品错误解释+安全分级内置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709160" y="3858768"/>
            <a:ext cx="4160520" cy="4572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2.578426424582819e+37" dist="8.594754748609397e+36" dir="1.36048896e+45">
              <a:srgbClr val="000000">
                <a:alpha val="5.999999999999999e+43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709160" y="3858768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0" name="Text 88"/>
          <p:cNvSpPr/>
          <p:nvPr/>
        </p:nvSpPr>
        <p:spPr>
          <a:xfrm>
            <a:off x="525780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 回退路径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257800" y="4069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Agent→Router→spawn(hcloud)→210产品API | 全覆盖+自动安装+SHA256校验+AK/SK脱敏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0" y="4498848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3" name="Text 91"/>
          <p:cNvSpPr/>
          <p:nvPr/>
        </p:nvSpPr>
        <p:spPr>
          <a:xfrm>
            <a:off x="274320" y="44988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15,475 能力  |  210 产品  |  1,847 行代码  |  KooCLI v7.2.12  |  E2E 5/5  |  OpenCode 已验证  |  已安装即用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583680" y="658368"/>
            <a:ext cx="2286000" cy="53035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3.2746015592201804e+41" dist="1.0915338530733935e+41" dir="8.16293376e+49">
              <a:srgbClr val="000000">
                <a:alpha val="6e+48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675120" y="676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核心特点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675120" y="8778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固定5工具面 · Agent友好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6675120" y="10424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六大组件 · 统一集成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6675120" y="120700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MCP/KooCLI · 双路回退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6675120" y="137160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一键安装 · KooCLI自举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6675120" y="15361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纵深防御 · AK/SK脱敏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6675120" y="170078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产品部可自主接入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huaweicloud-mate 华为云 Agent 插件</dc:title>
  <dc:subject>PptxGenJS Presentation</dc:subject>
  <dc:creator>张冉冉</dc:creator>
  <cp:lastModifiedBy>张冉冉</cp:lastModifiedBy>
  <cp:revision>1</cp:revision>
  <dcterms:created xsi:type="dcterms:W3CDTF">2026-07-16T05:28:28Z</dcterms:created>
  <dcterms:modified xsi:type="dcterms:W3CDTF">2026-07-16T05:28:28Z</dcterms:modified>
</cp:coreProperties>
</file>